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3"/>
  </p:sldMasterIdLst>
  <p:notesMasterIdLst>
    <p:notesMasterId r:id="rId4"/>
  </p:notesMasterIdLst>
  <p:sldIdLst>
    <p:sldId id="256" r:id="rId5"/>
  </p:sldIdLst>
  <p:sldSz cy="10058400" cx="7772400"/>
  <p:notesSz cx="6858000" cy="9144000"/>
  <p:embeddedFontLst>
    <p:embeddedFont>
      <p:font typeface="Google Sans SemiBold"/>
      <p:regular r:id="rId6"/>
      <p:bold r:id="rId7"/>
      <p:italic r:id="rId8"/>
      <p:boldItalic r:id="rId9"/>
    </p:embeddedFont>
    <p:embeddedFont>
      <p:font typeface="Roboto"/>
      <p:regular r:id="rId10"/>
      <p:bold r:id="rId11"/>
      <p:italic r:id="rId12"/>
      <p:boldItalic r:id="rId13"/>
    </p:embeddedFont>
    <p:embeddedFont>
      <p:font typeface="PT Sans Narrow"/>
      <p:regular r:id="rId14"/>
      <p:bold r:id="rId15"/>
    </p:embeddedFont>
    <p:embeddedFont>
      <p:font typeface="Google Sans"/>
      <p:regular r:id="rId16"/>
      <p:bold r:id="rId17"/>
      <p:italic r:id="rId18"/>
      <p:boldItalic r:id="rId19"/>
    </p:embeddedFont>
    <p:embeddedFont>
      <p:font typeface="Work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WorkSans-regular.fntdata"/><Relationship Id="rId11" Type="http://schemas.openxmlformats.org/officeDocument/2006/relationships/font" Target="fonts/Roboto-bold.fntdata"/><Relationship Id="rId22" Type="http://schemas.openxmlformats.org/officeDocument/2006/relationships/font" Target="fonts/WorkSans-italic.fntdata"/><Relationship Id="rId10" Type="http://schemas.openxmlformats.org/officeDocument/2006/relationships/font" Target="fonts/Roboto-regular.fntdata"/><Relationship Id="rId21" Type="http://schemas.openxmlformats.org/officeDocument/2006/relationships/font" Target="fonts/WorkSans-bold.fntdata"/><Relationship Id="rId13" Type="http://schemas.openxmlformats.org/officeDocument/2006/relationships/font" Target="fonts/Roboto-boldItalic.fntdata"/><Relationship Id="rId12" Type="http://schemas.openxmlformats.org/officeDocument/2006/relationships/font" Target="fonts/Roboto-italic.fntdata"/><Relationship Id="rId23" Type="http://schemas.openxmlformats.org/officeDocument/2006/relationships/font" Target="fonts/WorkSans-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GoogleSansSemiBold-boldItalic.fntdata"/><Relationship Id="rId15" Type="http://schemas.openxmlformats.org/officeDocument/2006/relationships/font" Target="fonts/PTSansNarrow-bold.fntdata"/><Relationship Id="rId14" Type="http://schemas.openxmlformats.org/officeDocument/2006/relationships/font" Target="fonts/PTSansNarrow-regular.fntdata"/><Relationship Id="rId17" Type="http://schemas.openxmlformats.org/officeDocument/2006/relationships/font" Target="fonts/GoogleSans-bold.fntdata"/><Relationship Id="rId16" Type="http://schemas.openxmlformats.org/officeDocument/2006/relationships/font" Target="fonts/GoogleSans-regular.fntdata"/><Relationship Id="rId5" Type="http://schemas.openxmlformats.org/officeDocument/2006/relationships/slide" Target="slides/slide1.xml"/><Relationship Id="rId19" Type="http://schemas.openxmlformats.org/officeDocument/2006/relationships/font" Target="fonts/GoogleSans-boldItalic.fntdata"/><Relationship Id="rId6" Type="http://schemas.openxmlformats.org/officeDocument/2006/relationships/font" Target="fonts/GoogleSansSemiBold-regular.fntdata"/><Relationship Id="rId18" Type="http://schemas.openxmlformats.org/officeDocument/2006/relationships/font" Target="fonts/GoogleSans-italic.fntdata"/><Relationship Id="rId7" Type="http://schemas.openxmlformats.org/officeDocument/2006/relationships/font" Target="fonts/GoogleSansSemiBold-bold.fntdata"/><Relationship Id="rId8" Type="http://schemas.openxmlformats.org/officeDocument/2006/relationships/font" Target="fonts/GoogleSans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e242c4719c_1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e242c4719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10"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6" name="Google Shape;16;p2"/>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23" name="Google Shape;23;p2"/>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sp>
        <p:nvSpPr>
          <p:cNvPr id="36" name="Google Shape;36;p2"/>
          <p:cNvSpPr txBox="1"/>
          <p:nvPr>
            <p:ph type="title"/>
          </p:nvPr>
        </p:nvSpPr>
        <p:spPr>
          <a:xfrm>
            <a:off x="168925" y="324775"/>
            <a:ext cx="74085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37" name="Google Shape;37;p2"/>
          <p:cNvSpPr txBox="1"/>
          <p:nvPr>
            <p:ph idx="1" type="subTitle"/>
          </p:nvPr>
        </p:nvSpPr>
        <p:spPr>
          <a:xfrm>
            <a:off x="2263675" y="826975"/>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38" name="Shape 38"/>
        <p:cNvGrpSpPr/>
        <p:nvPr/>
      </p:nvGrpSpPr>
      <p:grpSpPr>
        <a:xfrm>
          <a:off x="0" y="0"/>
          <a:ext cx="0" cy="0"/>
          <a:chOff x="0" y="0"/>
          <a:chExt cx="0" cy="0"/>
        </a:xfrm>
      </p:grpSpPr>
      <p:cxnSp>
        <p:nvCxnSpPr>
          <p:cNvPr id="39" name="Google Shape;39;p3"/>
          <p:cNvCxnSpPr/>
          <p:nvPr/>
        </p:nvCxnSpPr>
        <p:spPr>
          <a:xfrm>
            <a:off x="3049395" y="901911"/>
            <a:ext cx="0" cy="5924400"/>
          </a:xfrm>
          <a:prstGeom prst="straightConnector1">
            <a:avLst/>
          </a:prstGeom>
          <a:noFill/>
          <a:ln cap="flat" cmpd="sng" w="9525">
            <a:solidFill>
              <a:srgbClr val="CCCCCC"/>
            </a:solidFill>
            <a:prstDash val="solid"/>
            <a:round/>
            <a:headEnd len="med" w="med" type="none"/>
            <a:tailEnd len="med" w="med" type="none"/>
          </a:ln>
        </p:spPr>
      </p:cxnSp>
      <p:cxnSp>
        <p:nvCxnSpPr>
          <p:cNvPr id="40" name="Google Shape;40;p3"/>
          <p:cNvCxnSpPr>
            <a:stCxn id="41" idx="0"/>
          </p:cNvCxnSpPr>
          <p:nvPr/>
        </p:nvCxnSpPr>
        <p:spPr>
          <a:xfrm flipH="1">
            <a:off x="172045" y="903711"/>
            <a:ext cx="18300" cy="9187200"/>
          </a:xfrm>
          <a:prstGeom prst="straightConnector1">
            <a:avLst/>
          </a:prstGeom>
          <a:noFill/>
          <a:ln cap="flat" cmpd="sng" w="9525">
            <a:solidFill>
              <a:srgbClr val="CCCCCC"/>
            </a:solidFill>
            <a:prstDash val="solid"/>
            <a:round/>
            <a:headEnd len="med" w="med" type="none"/>
            <a:tailEnd len="med" w="med" type="none"/>
          </a:ln>
        </p:spPr>
      </p:cxnSp>
      <p:grpSp>
        <p:nvGrpSpPr>
          <p:cNvPr id="42" name="Google Shape;42;p3"/>
          <p:cNvGrpSpPr/>
          <p:nvPr/>
        </p:nvGrpSpPr>
        <p:grpSpPr>
          <a:xfrm>
            <a:off x="190345" y="900758"/>
            <a:ext cx="7581747" cy="5906"/>
            <a:chOff x="1890075" y="5241175"/>
            <a:chExt cx="4240556" cy="257700"/>
          </a:xfrm>
        </p:grpSpPr>
        <p:sp>
          <p:nvSpPr>
            <p:cNvPr id="41" name="Google Shape;41;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3" name="Google Shape;43;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4" name="Google Shape;44;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5" name="Google Shape;45;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46" name="Google Shape;46;p3"/>
          <p:cNvGrpSpPr/>
          <p:nvPr/>
        </p:nvGrpSpPr>
        <p:grpSpPr>
          <a:xfrm>
            <a:off x="190320" y="931759"/>
            <a:ext cx="7581691" cy="5901"/>
            <a:chOff x="1890075" y="5241175"/>
            <a:chExt cx="4240556" cy="257700"/>
          </a:xfrm>
        </p:grpSpPr>
        <p:sp>
          <p:nvSpPr>
            <p:cNvPr id="47" name="Google Shape;47;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8" name="Google Shape;48;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9" name="Google Shape;49;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50" name="Google Shape;50;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51" name="Google Shape;51;p3"/>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52" name="Google Shape;52;p3"/>
          <p:cNvSpPr txBox="1"/>
          <p:nvPr/>
        </p:nvSpPr>
        <p:spPr>
          <a:xfrm>
            <a:off x="490594" y="10869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53" name="Google Shape;53;p3"/>
          <p:cNvGrpSpPr/>
          <p:nvPr/>
        </p:nvGrpSpPr>
        <p:grpSpPr>
          <a:xfrm>
            <a:off x="372224" y="1193225"/>
            <a:ext cx="137818" cy="187200"/>
            <a:chOff x="507100" y="1997600"/>
            <a:chExt cx="158375" cy="187200"/>
          </a:xfrm>
        </p:grpSpPr>
        <p:sp>
          <p:nvSpPr>
            <p:cNvPr id="54" name="Google Shape;54;p3"/>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p3"/>
          <p:cNvSpPr txBox="1"/>
          <p:nvPr/>
        </p:nvSpPr>
        <p:spPr>
          <a:xfrm>
            <a:off x="3314919" y="10869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57" name="Google Shape;57;p3"/>
          <p:cNvGrpSpPr/>
          <p:nvPr/>
        </p:nvGrpSpPr>
        <p:grpSpPr>
          <a:xfrm>
            <a:off x="3196549" y="1193225"/>
            <a:ext cx="137818" cy="187200"/>
            <a:chOff x="507100" y="1997600"/>
            <a:chExt cx="158375" cy="187200"/>
          </a:xfrm>
        </p:grpSpPr>
        <p:sp>
          <p:nvSpPr>
            <p:cNvPr id="58" name="Google Shape;58;p3"/>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3"/>
          <p:cNvSpPr txBox="1"/>
          <p:nvPr/>
        </p:nvSpPr>
        <p:spPr>
          <a:xfrm>
            <a:off x="3314919" y="39101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61" name="Google Shape;61;p3"/>
          <p:cNvGrpSpPr/>
          <p:nvPr/>
        </p:nvGrpSpPr>
        <p:grpSpPr>
          <a:xfrm>
            <a:off x="3196549" y="4016425"/>
            <a:ext cx="137818" cy="187200"/>
            <a:chOff x="507100" y="1997600"/>
            <a:chExt cx="158375" cy="187200"/>
          </a:xfrm>
        </p:grpSpPr>
        <p:sp>
          <p:nvSpPr>
            <p:cNvPr id="62" name="Google Shape;62;p3"/>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 name="Google Shape;64;p3"/>
          <p:cNvGrpSpPr/>
          <p:nvPr/>
        </p:nvGrpSpPr>
        <p:grpSpPr>
          <a:xfrm>
            <a:off x="172050" y="4643025"/>
            <a:ext cx="2852450" cy="2183285"/>
            <a:chOff x="404700" y="4541500"/>
            <a:chExt cx="2852450" cy="2183285"/>
          </a:xfrm>
        </p:grpSpPr>
        <p:sp>
          <p:nvSpPr>
            <p:cNvPr id="65" name="Google Shape;65;p3"/>
            <p:cNvSpPr/>
            <p:nvPr/>
          </p:nvSpPr>
          <p:spPr>
            <a:xfrm>
              <a:off x="404700" y="4574127"/>
              <a:ext cx="2758200" cy="2148000"/>
            </a:xfrm>
            <a:prstGeom prst="rect">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452450" y="4614885"/>
              <a:ext cx="2804700" cy="21099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txBox="1"/>
            <p:nvPr/>
          </p:nvSpPr>
          <p:spPr>
            <a:xfrm>
              <a:off x="643125" y="4541500"/>
              <a:ext cx="2595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sp>
          <p:nvSpPr>
            <p:cNvPr id="68" name="Google Shape;68;p3"/>
            <p:cNvSpPr/>
            <p:nvPr/>
          </p:nvSpPr>
          <p:spPr>
            <a:xfrm>
              <a:off x="529575" y="4663612"/>
              <a:ext cx="135900" cy="2004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507100" y="4684392"/>
              <a:ext cx="135900" cy="1569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p3"/>
          <p:cNvSpPr/>
          <p:nvPr/>
        </p:nvSpPr>
        <p:spPr>
          <a:xfrm>
            <a:off x="3668950" y="6615125"/>
            <a:ext cx="3184200" cy="24957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1043125" y="7288425"/>
            <a:ext cx="2573100" cy="22614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ph idx="2" type="pic"/>
          </p:nvPr>
        </p:nvSpPr>
        <p:spPr>
          <a:xfrm>
            <a:off x="3681075" y="6466100"/>
            <a:ext cx="3035400" cy="2495700"/>
          </a:xfrm>
          <a:prstGeom prst="rect">
            <a:avLst/>
          </a:prstGeom>
          <a:noFill/>
          <a:ln cap="flat" cmpd="sng" w="19050">
            <a:solidFill>
              <a:srgbClr val="000000"/>
            </a:solidFill>
            <a:prstDash val="solid"/>
            <a:round/>
            <a:headEnd len="sm" w="sm" type="none"/>
            <a:tailEnd len="sm" w="sm" type="none"/>
          </a:ln>
        </p:spPr>
      </p:sp>
      <p:sp>
        <p:nvSpPr>
          <p:cNvPr id="73" name="Google Shape;73;p3"/>
          <p:cNvSpPr/>
          <p:nvPr>
            <p:ph idx="3" type="pic"/>
          </p:nvPr>
        </p:nvSpPr>
        <p:spPr>
          <a:xfrm>
            <a:off x="1162700" y="7044000"/>
            <a:ext cx="2453400" cy="2398200"/>
          </a:xfrm>
          <a:prstGeom prst="rect">
            <a:avLst/>
          </a:prstGeom>
          <a:noFill/>
          <a:ln cap="flat" cmpd="sng" w="19050">
            <a:solidFill>
              <a:srgbClr val="000000"/>
            </a:solidFill>
            <a:prstDash val="solid"/>
            <a:round/>
            <a:headEnd len="sm" w="sm" type="none"/>
            <a:tailEnd len="sm" w="sm" type="none"/>
          </a:ln>
        </p:spPr>
      </p:sp>
      <p:sp>
        <p:nvSpPr>
          <p:cNvPr id="74" name="Google Shape;74;p3"/>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75" name="Google Shape;75;p3"/>
          <p:cNvSpPr txBox="1"/>
          <p:nvPr>
            <p:ph type="title"/>
          </p:nvPr>
        </p:nvSpPr>
        <p:spPr>
          <a:xfrm>
            <a:off x="190350" y="11200"/>
            <a:ext cx="72909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76" name="Google Shape;76;p3"/>
          <p:cNvSpPr txBox="1"/>
          <p:nvPr>
            <p:ph idx="1" type="subTitle"/>
          </p:nvPr>
        </p:nvSpPr>
        <p:spPr>
          <a:xfrm>
            <a:off x="2226300" y="513400"/>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77" name="Shape 77"/>
        <p:cNvGrpSpPr/>
        <p:nvPr/>
      </p:nvGrpSpPr>
      <p:grpSpPr>
        <a:xfrm>
          <a:off x="0" y="0"/>
          <a:ext cx="0" cy="0"/>
          <a:chOff x="0" y="0"/>
          <a:chExt cx="0" cy="0"/>
        </a:xfrm>
      </p:grpSpPr>
      <p:cxnSp>
        <p:nvCxnSpPr>
          <p:cNvPr id="78" name="Google Shape;78;p4"/>
          <p:cNvCxnSpPr/>
          <p:nvPr/>
        </p:nvCxnSpPr>
        <p:spPr>
          <a:xfrm>
            <a:off x="417963" y="311025"/>
            <a:ext cx="28200" cy="8777100"/>
          </a:xfrm>
          <a:prstGeom prst="straightConnector1">
            <a:avLst/>
          </a:prstGeom>
          <a:noFill/>
          <a:ln cap="flat" cmpd="sng" w="9525">
            <a:solidFill>
              <a:srgbClr val="B7B7B7"/>
            </a:solidFill>
            <a:prstDash val="solid"/>
            <a:round/>
            <a:headEnd len="med" w="med" type="none"/>
            <a:tailEnd len="med" w="med" type="none"/>
          </a:ln>
        </p:spPr>
      </p:cxnSp>
      <p:grpSp>
        <p:nvGrpSpPr>
          <p:cNvPr id="79" name="Google Shape;79;p4"/>
          <p:cNvGrpSpPr/>
          <p:nvPr/>
        </p:nvGrpSpPr>
        <p:grpSpPr>
          <a:xfrm>
            <a:off x="404725" y="1300475"/>
            <a:ext cx="6908400" cy="72025"/>
            <a:chOff x="404725" y="1681475"/>
            <a:chExt cx="6908400" cy="72025"/>
          </a:xfrm>
        </p:grpSpPr>
        <p:cxnSp>
          <p:nvCxnSpPr>
            <p:cNvPr id="80" name="Google Shape;80;p4"/>
            <p:cNvCxnSpPr/>
            <p:nvPr/>
          </p:nvCxnSpPr>
          <p:spPr>
            <a:xfrm flipH="1" rot="10800000">
              <a:off x="404725" y="1681475"/>
              <a:ext cx="6908400" cy="16800"/>
            </a:xfrm>
            <a:prstGeom prst="straightConnector1">
              <a:avLst/>
            </a:prstGeom>
            <a:noFill/>
            <a:ln cap="flat" cmpd="sng" w="38100">
              <a:solidFill>
                <a:srgbClr val="666666"/>
              </a:solidFill>
              <a:prstDash val="solid"/>
              <a:round/>
              <a:headEnd len="med" w="med" type="none"/>
              <a:tailEnd len="med" w="med" type="none"/>
            </a:ln>
          </p:spPr>
        </p:cxnSp>
        <p:cxnSp>
          <p:nvCxnSpPr>
            <p:cNvPr id="81" name="Google Shape;81;p4"/>
            <p:cNvCxnSpPr/>
            <p:nvPr/>
          </p:nvCxnSpPr>
          <p:spPr>
            <a:xfrm flipH="1" rot="10800000">
              <a:off x="404725" y="1736700"/>
              <a:ext cx="6908400" cy="16800"/>
            </a:xfrm>
            <a:prstGeom prst="straightConnector1">
              <a:avLst/>
            </a:prstGeom>
            <a:noFill/>
            <a:ln cap="flat" cmpd="sng" w="38100">
              <a:solidFill>
                <a:srgbClr val="666666"/>
              </a:solidFill>
              <a:prstDash val="solid"/>
              <a:round/>
              <a:headEnd len="med" w="med" type="none"/>
              <a:tailEnd len="med" w="med" type="none"/>
            </a:ln>
          </p:spPr>
        </p:cxnSp>
      </p:grpSp>
      <p:cxnSp>
        <p:nvCxnSpPr>
          <p:cNvPr id="82" name="Google Shape;82;p4"/>
          <p:cNvCxnSpPr/>
          <p:nvPr/>
        </p:nvCxnSpPr>
        <p:spPr>
          <a:xfrm>
            <a:off x="7326238" y="6225"/>
            <a:ext cx="28200" cy="8777100"/>
          </a:xfrm>
          <a:prstGeom prst="straightConnector1">
            <a:avLst/>
          </a:prstGeom>
          <a:noFill/>
          <a:ln cap="flat" cmpd="sng" w="9525">
            <a:solidFill>
              <a:srgbClr val="B7B7B7"/>
            </a:solidFill>
            <a:prstDash val="solid"/>
            <a:round/>
            <a:headEnd len="med" w="med" type="none"/>
            <a:tailEnd len="med" w="med" type="none"/>
          </a:ln>
        </p:spPr>
      </p:cxnSp>
      <p:sp>
        <p:nvSpPr>
          <p:cNvPr id="83" name="Google Shape;83;p4"/>
          <p:cNvSpPr txBox="1"/>
          <p:nvPr>
            <p:ph type="title"/>
          </p:nvPr>
        </p:nvSpPr>
        <p:spPr>
          <a:xfrm>
            <a:off x="404725" y="246200"/>
            <a:ext cx="69084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84" name="Google Shape;84;p4"/>
          <p:cNvSpPr txBox="1"/>
          <p:nvPr>
            <p:ph idx="1" type="subTitle"/>
          </p:nvPr>
        </p:nvSpPr>
        <p:spPr>
          <a:xfrm>
            <a:off x="2249425" y="827075"/>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85" name="Google Shape;85;p4"/>
          <p:cNvCxnSpPr/>
          <p:nvPr/>
        </p:nvCxnSpPr>
        <p:spPr>
          <a:xfrm rot="10800000">
            <a:off x="438150" y="3276600"/>
            <a:ext cx="6896100" cy="0"/>
          </a:xfrm>
          <a:prstGeom prst="straightConnector1">
            <a:avLst/>
          </a:prstGeom>
          <a:noFill/>
          <a:ln cap="flat" cmpd="sng" w="9525">
            <a:solidFill>
              <a:srgbClr val="CCCCCC"/>
            </a:solidFill>
            <a:prstDash val="solid"/>
            <a:round/>
            <a:headEnd len="med" w="med" type="none"/>
            <a:tailEnd len="med" w="med" type="none"/>
          </a:ln>
        </p:spPr>
      </p:cxnSp>
      <p:cxnSp>
        <p:nvCxnSpPr>
          <p:cNvPr id="86" name="Google Shape;86;p4"/>
          <p:cNvCxnSpPr/>
          <p:nvPr/>
        </p:nvCxnSpPr>
        <p:spPr>
          <a:xfrm>
            <a:off x="3861475" y="3505200"/>
            <a:ext cx="0" cy="5611800"/>
          </a:xfrm>
          <a:prstGeom prst="straightConnector1">
            <a:avLst/>
          </a:prstGeom>
          <a:noFill/>
          <a:ln cap="flat" cmpd="sng" w="9525">
            <a:solidFill>
              <a:srgbClr val="B7B7B7"/>
            </a:solidFill>
            <a:prstDash val="solid"/>
            <a:round/>
            <a:headEnd len="med" w="med" type="none"/>
            <a:tailEnd len="med" w="med" type="none"/>
          </a:ln>
        </p:spPr>
      </p:cxnSp>
      <p:grpSp>
        <p:nvGrpSpPr>
          <p:cNvPr id="87" name="Google Shape;87;p4"/>
          <p:cNvGrpSpPr/>
          <p:nvPr/>
        </p:nvGrpSpPr>
        <p:grpSpPr>
          <a:xfrm>
            <a:off x="417975" y="1504250"/>
            <a:ext cx="2357775" cy="410125"/>
            <a:chOff x="417975" y="1885250"/>
            <a:chExt cx="2357775" cy="410125"/>
          </a:xfrm>
        </p:grpSpPr>
        <p:sp>
          <p:nvSpPr>
            <p:cNvPr id="88" name="Google Shape;88;p4"/>
            <p:cNvSpPr/>
            <p:nvPr/>
          </p:nvSpPr>
          <p:spPr>
            <a:xfrm>
              <a:off x="417975" y="1885250"/>
              <a:ext cx="2020800" cy="410100"/>
            </a:xfrm>
            <a:prstGeom prst="rect">
              <a:avLst/>
            </a:prstGeom>
            <a:solidFill>
              <a:schemeClr val="dk2"/>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rot="10800000">
              <a:off x="2236350" y="1885875"/>
              <a:ext cx="539400" cy="409500"/>
            </a:xfrm>
            <a:prstGeom prst="chevron">
              <a:avLst>
                <a:gd fmla="val 50000" name="adj"/>
              </a:avLst>
            </a:prstGeom>
            <a:solidFill>
              <a:schemeClr val="dk2"/>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 name="Google Shape;92;p4"/>
          <p:cNvGrpSpPr/>
          <p:nvPr/>
        </p:nvGrpSpPr>
        <p:grpSpPr>
          <a:xfrm>
            <a:off x="417975" y="3276600"/>
            <a:ext cx="2357775" cy="410125"/>
            <a:chOff x="265575" y="3352800"/>
            <a:chExt cx="2357775" cy="410125"/>
          </a:xfrm>
        </p:grpSpPr>
        <p:sp>
          <p:nvSpPr>
            <p:cNvPr id="93" name="Google Shape;93;p4"/>
            <p:cNvSpPr/>
            <p:nvPr/>
          </p:nvSpPr>
          <p:spPr>
            <a:xfrm>
              <a:off x="265575" y="3352800"/>
              <a:ext cx="2020800" cy="410100"/>
            </a:xfrm>
            <a:prstGeom prst="rect">
              <a:avLst/>
            </a:prstGeom>
            <a:solidFill>
              <a:schemeClr val="dk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rot="10800000">
              <a:off x="2083950" y="3353425"/>
              <a:ext cx="539400" cy="409500"/>
            </a:xfrm>
            <a:prstGeom prst="chevron">
              <a:avLst>
                <a:gd fmla="val 50000" name="adj"/>
              </a:avLst>
            </a:prstGeom>
            <a:solidFill>
              <a:schemeClr val="dk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 name="Google Shape;97;p4"/>
          <p:cNvGrpSpPr/>
          <p:nvPr/>
        </p:nvGrpSpPr>
        <p:grpSpPr>
          <a:xfrm>
            <a:off x="3872044" y="3276600"/>
            <a:ext cx="2747987" cy="410125"/>
            <a:chOff x="3567313" y="3200400"/>
            <a:chExt cx="2357775" cy="410125"/>
          </a:xfrm>
        </p:grpSpPr>
        <p:sp>
          <p:nvSpPr>
            <p:cNvPr id="98" name="Google Shape;98;p4"/>
            <p:cNvSpPr/>
            <p:nvPr/>
          </p:nvSpPr>
          <p:spPr>
            <a:xfrm>
              <a:off x="3567313" y="3200400"/>
              <a:ext cx="2020800" cy="410100"/>
            </a:xfrm>
            <a:prstGeom prst="rect">
              <a:avLst/>
            </a:prstGeom>
            <a:solidFill>
              <a:schemeClr val="dk2"/>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rot="10800000">
              <a:off x="5385688" y="3201025"/>
              <a:ext cx="539400" cy="409500"/>
            </a:xfrm>
            <a:prstGeom prst="chevron">
              <a:avLst>
                <a:gd fmla="val 50000" name="adj"/>
              </a:avLst>
            </a:prstGeom>
            <a:solidFill>
              <a:schemeClr val="dk2"/>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 name="Google Shape;102;p4"/>
          <p:cNvGrpSpPr/>
          <p:nvPr/>
        </p:nvGrpSpPr>
        <p:grpSpPr>
          <a:xfrm>
            <a:off x="417963" y="6597750"/>
            <a:ext cx="2357775" cy="410125"/>
            <a:chOff x="-39237" y="6140550"/>
            <a:chExt cx="2357775" cy="410125"/>
          </a:xfrm>
        </p:grpSpPr>
        <p:sp>
          <p:nvSpPr>
            <p:cNvPr id="103" name="Google Shape;103;p4"/>
            <p:cNvSpPr/>
            <p:nvPr/>
          </p:nvSpPr>
          <p:spPr>
            <a:xfrm>
              <a:off x="-39237" y="6140550"/>
              <a:ext cx="2020800" cy="410100"/>
            </a:xfrm>
            <a:prstGeom prst="rect">
              <a:avLst/>
            </a:prstGeom>
            <a:solidFill>
              <a:schemeClr val="dk2"/>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rot="10800000">
              <a:off x="1779138" y="6141175"/>
              <a:ext cx="539400" cy="409500"/>
            </a:xfrm>
            <a:prstGeom prst="chevron">
              <a:avLst>
                <a:gd fmla="val 50000" name="adj"/>
              </a:avLst>
            </a:prstGeom>
            <a:solidFill>
              <a:schemeClr val="dk2"/>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4"/>
          <p:cNvSpPr txBox="1"/>
          <p:nvPr/>
        </p:nvSpPr>
        <p:spPr>
          <a:xfrm>
            <a:off x="402100" y="1527525"/>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08" name="Google Shape;108;p4"/>
          <p:cNvSpPr txBox="1"/>
          <p:nvPr/>
        </p:nvSpPr>
        <p:spPr>
          <a:xfrm>
            <a:off x="476200" y="3276599"/>
            <a:ext cx="179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09" name="Google Shape;109;p4"/>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10" name="Google Shape;110;p4"/>
          <p:cNvSpPr txBox="1"/>
          <p:nvPr/>
        </p:nvSpPr>
        <p:spPr>
          <a:xfrm>
            <a:off x="3848750" y="3276600"/>
            <a:ext cx="167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11" name="Google Shape;111;p4"/>
          <p:cNvSpPr txBox="1"/>
          <p:nvPr>
            <p:ph idx="2" type="body"/>
          </p:nvPr>
        </p:nvSpPr>
        <p:spPr>
          <a:xfrm>
            <a:off x="413425" y="1939675"/>
            <a:ext cx="6896100" cy="10275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2" name="Google Shape;112;p4"/>
          <p:cNvSpPr txBox="1"/>
          <p:nvPr>
            <p:ph idx="3" type="body"/>
          </p:nvPr>
        </p:nvSpPr>
        <p:spPr>
          <a:xfrm>
            <a:off x="438138" y="3915350"/>
            <a:ext cx="3108300" cy="2370000"/>
          </a:xfrm>
          <a:prstGeom prst="rect">
            <a:avLst/>
          </a:prstGeom>
        </p:spPr>
        <p:txBody>
          <a:bodyPr anchorCtr="0" anchor="t" bIns="91425" lIns="57150"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3" name="Google Shape;113;p4"/>
          <p:cNvSpPr txBox="1"/>
          <p:nvPr>
            <p:ph idx="4" type="body"/>
          </p:nvPr>
        </p:nvSpPr>
        <p:spPr>
          <a:xfrm>
            <a:off x="438150" y="7050750"/>
            <a:ext cx="3108300" cy="2255400"/>
          </a:xfrm>
          <a:prstGeom prst="rect">
            <a:avLst/>
          </a:prstGeom>
        </p:spPr>
        <p:txBody>
          <a:bodyPr anchorCtr="0" anchor="t" bIns="91425" lIns="57150"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4" name="Google Shape;114;p4"/>
          <p:cNvSpPr txBox="1"/>
          <p:nvPr>
            <p:ph idx="5" type="body"/>
          </p:nvPr>
        </p:nvSpPr>
        <p:spPr>
          <a:xfrm>
            <a:off x="3905525" y="4039263"/>
            <a:ext cx="3219000" cy="2604300"/>
          </a:xfrm>
          <a:prstGeom prst="rect">
            <a:avLst/>
          </a:prstGeom>
        </p:spPr>
        <p:txBody>
          <a:bodyPr anchorCtr="0" anchor="t" bIns="91425" lIns="57150"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5" name="Google Shape;115;p4"/>
          <p:cNvSpPr txBox="1"/>
          <p:nvPr>
            <p:ph idx="6" type="subTitle"/>
          </p:nvPr>
        </p:nvSpPr>
        <p:spPr>
          <a:xfrm>
            <a:off x="4183575" y="9228125"/>
            <a:ext cx="3086700" cy="2850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None/>
              <a:defRPr i="1" sz="1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6" name="Google Shape;116;p4"/>
          <p:cNvSpPr/>
          <p:nvPr>
            <p:ph idx="7" type="pic"/>
          </p:nvPr>
        </p:nvSpPr>
        <p:spPr>
          <a:xfrm>
            <a:off x="4007763" y="6899688"/>
            <a:ext cx="3172200" cy="2357700"/>
          </a:xfrm>
          <a:prstGeom prst="rect">
            <a:avLst/>
          </a:prstGeom>
          <a:noFill/>
          <a:ln cap="flat" cmpd="sng" w="38100">
            <a:solidFill>
              <a:srgbClr val="000000"/>
            </a:solidFill>
            <a:prstDash val="solid"/>
            <a:round/>
            <a:headEnd len="sm" w="sm" type="none"/>
            <a:tailEnd len="sm" w="sm" type="none"/>
          </a:ln>
        </p:spPr>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117" name="Shape 117"/>
        <p:cNvGrpSpPr/>
        <p:nvPr/>
      </p:nvGrpSpPr>
      <p:grpSpPr>
        <a:xfrm>
          <a:off x="0" y="0"/>
          <a:ext cx="0" cy="0"/>
          <a:chOff x="0" y="0"/>
          <a:chExt cx="0" cy="0"/>
        </a:xfrm>
      </p:grpSpPr>
      <p:sp>
        <p:nvSpPr>
          <p:cNvPr id="118" name="Google Shape;118;p5"/>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sp>
        <p:nvSpPr>
          <p:cNvPr id="119" name="Google Shape;119;p5"/>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sp>
        <p:nvSpPr>
          <p:cNvPr id="120" name="Google Shape;120;p5"/>
          <p:cNvSpPr txBox="1"/>
          <p:nvPr>
            <p:ph type="title"/>
          </p:nvPr>
        </p:nvSpPr>
        <p:spPr>
          <a:xfrm>
            <a:off x="432000" y="449725"/>
            <a:ext cx="69084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21" name="Google Shape;121;p5"/>
          <p:cNvSpPr txBox="1"/>
          <p:nvPr>
            <p:ph idx="1" type="subTitle"/>
          </p:nvPr>
        </p:nvSpPr>
        <p:spPr>
          <a:xfrm>
            <a:off x="2276700" y="951925"/>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grpSp>
        <p:nvGrpSpPr>
          <p:cNvPr id="122" name="Google Shape;122;p5"/>
          <p:cNvGrpSpPr/>
          <p:nvPr/>
        </p:nvGrpSpPr>
        <p:grpSpPr>
          <a:xfrm>
            <a:off x="95351" y="1392509"/>
            <a:ext cx="7581691" cy="5901"/>
            <a:chOff x="1890075" y="5241175"/>
            <a:chExt cx="4240556" cy="257700"/>
          </a:xfrm>
        </p:grpSpPr>
        <p:sp>
          <p:nvSpPr>
            <p:cNvPr id="123" name="Google Shape;123;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4" name="Google Shape;124;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5" name="Google Shape;125;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6" name="Google Shape;126;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127" name="Google Shape;127;p5"/>
          <p:cNvGrpSpPr/>
          <p:nvPr/>
        </p:nvGrpSpPr>
        <p:grpSpPr>
          <a:xfrm>
            <a:off x="95351" y="4542984"/>
            <a:ext cx="7581691" cy="5901"/>
            <a:chOff x="1890075" y="5241175"/>
            <a:chExt cx="4240556" cy="257700"/>
          </a:xfrm>
        </p:grpSpPr>
        <p:sp>
          <p:nvSpPr>
            <p:cNvPr id="128" name="Google Shape;128;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9" name="Google Shape;129;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0" name="Google Shape;130;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1" name="Google Shape;131;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32" name="Google Shape;132;p5"/>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133" name="Google Shape;133;p5"/>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Problem</a:t>
            </a:r>
            <a:endParaRPr b="1">
              <a:solidFill>
                <a:schemeClr val="dk1"/>
              </a:solidFill>
              <a:latin typeface="Google Sans"/>
              <a:ea typeface="Google Sans"/>
              <a:cs typeface="Google Sans"/>
              <a:sym typeface="Google Sans"/>
            </a:endParaRPr>
          </a:p>
        </p:txBody>
      </p:sp>
      <p:sp>
        <p:nvSpPr>
          <p:cNvPr id="134" name="Google Shape;134;p5"/>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Solution</a:t>
            </a:r>
            <a:endParaRPr b="1">
              <a:solidFill>
                <a:schemeClr val="dk1"/>
              </a:solidFill>
              <a:latin typeface="Google Sans"/>
              <a:ea typeface="Google Sans"/>
              <a:cs typeface="Google Sans"/>
              <a:sym typeface="Google Sans"/>
            </a:endParaRPr>
          </a:p>
        </p:txBody>
      </p:sp>
      <p:sp>
        <p:nvSpPr>
          <p:cNvPr id="135" name="Google Shape;135;p5"/>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Details </a:t>
            </a:r>
            <a:endParaRPr b="1">
              <a:solidFill>
                <a:schemeClr val="dk1"/>
              </a:solidFill>
              <a:latin typeface="Google Sans"/>
              <a:ea typeface="Google Sans"/>
              <a:cs typeface="Google Sans"/>
              <a:sym typeface="Google Sans"/>
            </a:endParaRPr>
          </a:p>
        </p:txBody>
      </p:sp>
      <p:sp>
        <p:nvSpPr>
          <p:cNvPr id="136" name="Google Shape;136;p5"/>
          <p:cNvSpPr/>
          <p:nvPr/>
        </p:nvSpPr>
        <p:spPr>
          <a:xfrm>
            <a:off x="432000" y="76869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137" name="Google Shape;137;p5"/>
          <p:cNvGrpSpPr/>
          <p:nvPr/>
        </p:nvGrpSpPr>
        <p:grpSpPr>
          <a:xfrm>
            <a:off x="95351" y="7514559"/>
            <a:ext cx="7581691" cy="5901"/>
            <a:chOff x="1890075" y="5241175"/>
            <a:chExt cx="4240556" cy="257700"/>
          </a:xfrm>
        </p:grpSpPr>
        <p:sp>
          <p:nvSpPr>
            <p:cNvPr id="138" name="Google Shape;138;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9" name="Google Shape;139;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0" name="Google Shape;140;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1" name="Google Shape;141;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42" name="Google Shape;142;p5"/>
          <p:cNvSpPr/>
          <p:nvPr>
            <p:ph idx="2" type="pic"/>
          </p:nvPr>
        </p:nvSpPr>
        <p:spPr>
          <a:xfrm>
            <a:off x="4467025" y="4719300"/>
            <a:ext cx="3006900" cy="20448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 NOT USE ">
  <p:cSld name="TITLE_2_1">
    <p:spTree>
      <p:nvGrpSpPr>
        <p:cNvPr id="143" name="Shape 143"/>
        <p:cNvGrpSpPr/>
        <p:nvPr/>
      </p:nvGrpSpPr>
      <p:grpSpPr>
        <a:xfrm>
          <a:off x="0" y="0"/>
          <a:ext cx="0" cy="0"/>
          <a:chOff x="0" y="0"/>
          <a:chExt cx="0" cy="0"/>
        </a:xfrm>
      </p:grpSpPr>
      <p:sp>
        <p:nvSpPr>
          <p:cNvPr id="144" name="Google Shape;144;p6"/>
          <p:cNvSpPr txBox="1"/>
          <p:nvPr/>
        </p:nvSpPr>
        <p:spPr>
          <a:xfrm>
            <a:off x="3993321" y="9367991"/>
            <a:ext cx="3693900" cy="734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sp>
        <p:nvSpPr>
          <p:cNvPr id="145" name="Google Shape;145;p6"/>
          <p:cNvSpPr txBox="1"/>
          <p:nvPr/>
        </p:nvSpPr>
        <p:spPr>
          <a:xfrm>
            <a:off x="6744495" y="427827"/>
            <a:ext cx="1027800" cy="59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grpSp>
        <p:nvGrpSpPr>
          <p:cNvPr id="146" name="Google Shape;146;p6"/>
          <p:cNvGrpSpPr/>
          <p:nvPr/>
        </p:nvGrpSpPr>
        <p:grpSpPr>
          <a:xfrm>
            <a:off x="-16250" y="9048087"/>
            <a:ext cx="7804900" cy="1072407"/>
            <a:chOff x="-19118" y="4617750"/>
            <a:chExt cx="9182236" cy="548378"/>
          </a:xfrm>
        </p:grpSpPr>
        <p:sp>
          <p:nvSpPr>
            <p:cNvPr id="147" name="Google Shape;147;p6"/>
            <p:cNvSpPr/>
            <p:nvPr/>
          </p:nvSpPr>
          <p:spPr>
            <a:xfrm flipH="1">
              <a:off x="19244" y="4617750"/>
              <a:ext cx="9143874" cy="548378"/>
            </a:xfrm>
            <a:custGeom>
              <a:rect b="b" l="l" r="r" t="t"/>
              <a:pathLst>
                <a:path extrusionOk="0" h="19840" w="367556">
                  <a:moveTo>
                    <a:pt x="0" y="19840"/>
                  </a:moveTo>
                  <a:lnTo>
                    <a:pt x="515" y="0"/>
                  </a:lnTo>
                  <a:lnTo>
                    <a:pt x="367556" y="11270"/>
                  </a:lnTo>
                  <a:lnTo>
                    <a:pt x="367044" y="18698"/>
                  </a:lnTo>
                  <a:close/>
                </a:path>
              </a:pathLst>
            </a:custGeom>
            <a:solidFill>
              <a:srgbClr val="4069DD"/>
            </a:solidFill>
            <a:ln>
              <a:noFill/>
            </a:ln>
          </p:spPr>
        </p:sp>
        <p:sp>
          <p:nvSpPr>
            <p:cNvPr id="148" name="Google Shape;148;p6"/>
            <p:cNvSpPr/>
            <p:nvPr/>
          </p:nvSpPr>
          <p:spPr>
            <a:xfrm flipH="1">
              <a:off x="-19118" y="4677825"/>
              <a:ext cx="4769786" cy="473975"/>
            </a:xfrm>
            <a:custGeom>
              <a:rect b="b" l="l" r="r" t="t"/>
              <a:pathLst>
                <a:path extrusionOk="0" h="18959" w="366343">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O NOT USE">
  <p:cSld name="CUSTOM_1">
    <p:spTree>
      <p:nvGrpSpPr>
        <p:cNvPr id="149" name="Shape 14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indent="-317500" lvl="1" marL="914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indent="-317500" lvl="2" marL="1371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indent="-317500" lvl="3" marL="1828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indent="-317500" lvl="4" marL="22860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indent="-317500" lvl="5" marL="27432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indent="-317500" lvl="6" marL="3200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indent="-317500" lvl="7" marL="3657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indent="-317500" lvl="8" marL="4114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8"/>
          <p:cNvSpPr txBox="1"/>
          <p:nvPr>
            <p:ph type="title"/>
          </p:nvPr>
        </p:nvSpPr>
        <p:spPr>
          <a:xfrm>
            <a:off x="404725" y="246200"/>
            <a:ext cx="6908400" cy="771300"/>
          </a:xfrm>
          <a:prstGeom prst="rect">
            <a:avLst/>
          </a:prstGeom>
        </p:spPr>
        <p:txBody>
          <a:bodyPr anchorCtr="0" anchor="t" bIns="91425" lIns="91425" spcFirstLastPara="1" rIns="91425" wrap="square" tIns="91425">
            <a:normAutofit/>
          </a:bodyPr>
          <a:lstStyle/>
          <a:p>
            <a:pPr indent="0" lvl="0" marL="0" rtl="0" algn="ctr">
              <a:lnSpc>
                <a:spcPct val="95000"/>
              </a:lnSpc>
              <a:spcBef>
                <a:spcPts val="0"/>
              </a:spcBef>
              <a:spcAft>
                <a:spcPts val="0"/>
              </a:spcAft>
              <a:buClr>
                <a:schemeClr val="dk1"/>
              </a:buClr>
              <a:buSzPts val="1100"/>
              <a:buFont typeface="Arial"/>
              <a:buNone/>
            </a:pPr>
            <a:r>
              <a:rPr b="1" lang="en" sz="1600"/>
              <a:t>New York City TLC Project Preliminary Data Summary</a:t>
            </a:r>
            <a:endParaRPr sz="1900"/>
          </a:p>
        </p:txBody>
      </p:sp>
      <p:sp>
        <p:nvSpPr>
          <p:cNvPr id="155" name="Google Shape;155;p8"/>
          <p:cNvSpPr txBox="1"/>
          <p:nvPr>
            <p:ph idx="1" type="subTitle"/>
          </p:nvPr>
        </p:nvSpPr>
        <p:spPr>
          <a:xfrm>
            <a:off x="1941150" y="677675"/>
            <a:ext cx="3890100" cy="6081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a:t>Executive summary report</a:t>
            </a:r>
            <a:endParaRPr b="1"/>
          </a:p>
          <a:p>
            <a:pPr indent="0" lvl="0" marL="0" rtl="0" algn="ctr">
              <a:spcBef>
                <a:spcPts val="0"/>
              </a:spcBef>
              <a:spcAft>
                <a:spcPts val="0"/>
              </a:spcAft>
              <a:buClr>
                <a:schemeClr val="dk1"/>
              </a:buClr>
              <a:buSzPts val="1100"/>
              <a:buFont typeface="Arial"/>
              <a:buNone/>
            </a:pPr>
            <a:r>
              <a:rPr lang="en"/>
              <a:t>Commission Prepared by </a:t>
            </a:r>
            <a:r>
              <a:rPr b="1" lang="en"/>
              <a:t>Automatidata</a:t>
            </a:r>
            <a:endParaRPr b="1"/>
          </a:p>
        </p:txBody>
      </p:sp>
      <p:sp>
        <p:nvSpPr>
          <p:cNvPr id="156" name="Google Shape;156;p8"/>
          <p:cNvSpPr txBox="1"/>
          <p:nvPr/>
        </p:nvSpPr>
        <p:spPr>
          <a:xfrm>
            <a:off x="4051263" y="5448175"/>
            <a:ext cx="3000000" cy="338700"/>
          </a:xfrm>
          <a:prstGeom prst="rect">
            <a:avLst/>
          </a:prstGeom>
          <a:noFill/>
          <a:ln>
            <a:noFill/>
          </a:ln>
        </p:spPr>
        <p:txBody>
          <a:bodyPr anchorCtr="0" anchor="t" bIns="91425" lIns="91425" spcFirstLastPara="1" rIns="91425" wrap="square" tIns="91425">
            <a:spAutoFit/>
          </a:bodyPr>
          <a:lstStyle/>
          <a:p>
            <a:pPr indent="0" lvl="0" marL="0" rtl="0" algn="ctr">
              <a:lnSpc>
                <a:spcPct val="85000"/>
              </a:lnSpc>
              <a:spcBef>
                <a:spcPts val="0"/>
              </a:spcBef>
              <a:spcAft>
                <a:spcPts val="0"/>
              </a:spcAft>
              <a:buNone/>
            </a:pPr>
            <a:r>
              <a:rPr b="1" i="1" lang="en" sz="1170">
                <a:solidFill>
                  <a:schemeClr val="dk1"/>
                </a:solidFill>
                <a:latin typeface="Google Sans"/>
                <a:ea typeface="Google Sans"/>
                <a:cs typeface="Google Sans"/>
                <a:sym typeface="Google Sans"/>
              </a:rPr>
              <a:t>Total_amount variable </a:t>
            </a:r>
            <a:endParaRPr b="1"/>
          </a:p>
        </p:txBody>
      </p:sp>
      <p:sp>
        <p:nvSpPr>
          <p:cNvPr id="157" name="Google Shape;157;p8"/>
          <p:cNvSpPr txBox="1"/>
          <p:nvPr/>
        </p:nvSpPr>
        <p:spPr>
          <a:xfrm>
            <a:off x="432000" y="2095213"/>
            <a:ext cx="6908400" cy="81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350"/>
              </a:spcAft>
              <a:buNone/>
            </a:pPr>
            <a:r>
              <a:rPr lang="en" sz="1100">
                <a:solidFill>
                  <a:schemeClr val="dk1"/>
                </a:solidFill>
                <a:latin typeface="Google Sans"/>
                <a:ea typeface="Google Sans"/>
                <a:cs typeface="Google Sans"/>
                <a:sym typeface="Google Sans"/>
              </a:rPr>
              <a:t>This project performed a preliminary inspection of NYC Taxi and Limousine Commission  data to inform the team of key data variable descriptions, and ensure the information provided is suitable for generating clear and meaningful insights.</a:t>
            </a:r>
            <a:endParaRPr sz="1100">
              <a:solidFill>
                <a:schemeClr val="dk1"/>
              </a:solidFill>
              <a:latin typeface="Google Sans"/>
              <a:ea typeface="Google Sans"/>
              <a:cs typeface="Google Sans"/>
              <a:sym typeface="Google Sans"/>
            </a:endParaRPr>
          </a:p>
        </p:txBody>
      </p:sp>
      <p:sp>
        <p:nvSpPr>
          <p:cNvPr id="158" name="Google Shape;158;p8"/>
          <p:cNvSpPr txBox="1"/>
          <p:nvPr/>
        </p:nvSpPr>
        <p:spPr>
          <a:xfrm>
            <a:off x="3701450" y="3674463"/>
            <a:ext cx="3516900" cy="19836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chemeClr val="dk1"/>
              </a:buClr>
              <a:buSzPts val="1100"/>
              <a:buFont typeface="Google Sans"/>
              <a:buChar char="●"/>
            </a:pPr>
            <a:r>
              <a:rPr lang="en" sz="1100">
                <a:solidFill>
                  <a:schemeClr val="dk1"/>
                </a:solidFill>
                <a:latin typeface="Google Sans"/>
                <a:ea typeface="Google Sans"/>
                <a:cs typeface="Google Sans"/>
                <a:sym typeface="Google Sans"/>
              </a:rPr>
              <a:t>This dataset includes variables that should be helpful for building prediction model(s) on taxi cab rides. </a:t>
            </a:r>
            <a:endParaRPr sz="1100">
              <a:solidFill>
                <a:schemeClr val="dk1"/>
              </a:solidFill>
              <a:latin typeface="Google Sans"/>
              <a:ea typeface="Google Sans"/>
              <a:cs typeface="Google Sans"/>
              <a:sym typeface="Google Sans"/>
            </a:endParaRPr>
          </a:p>
          <a:p>
            <a:pPr indent="-298450" lvl="0" marL="457200" rtl="0" algn="l">
              <a:lnSpc>
                <a:spcPct val="150000"/>
              </a:lnSpc>
              <a:spcBef>
                <a:spcPts val="0"/>
              </a:spcBef>
              <a:spcAft>
                <a:spcPts val="0"/>
              </a:spcAft>
              <a:buClr>
                <a:schemeClr val="dk1"/>
              </a:buClr>
              <a:buSzPts val="1100"/>
              <a:buFont typeface="Google Sans"/>
              <a:buChar char="●"/>
            </a:pPr>
            <a:r>
              <a:rPr lang="en" sz="1100">
                <a:solidFill>
                  <a:schemeClr val="dk1"/>
                </a:solidFill>
                <a:latin typeface="Google Sans"/>
                <a:ea typeface="Google Sans"/>
                <a:cs typeface="Google Sans"/>
                <a:sym typeface="Google Sans"/>
              </a:rPr>
              <a:t>The identified unusual values are trips that are a short distance but have high charges associated with them, as shown in the total_amount variable. See screenshot.</a:t>
            </a:r>
            <a:endParaRPr sz="1100">
              <a:solidFill>
                <a:schemeClr val="dk1"/>
              </a:solidFill>
              <a:latin typeface="Google Sans"/>
              <a:ea typeface="Google Sans"/>
              <a:cs typeface="Google Sans"/>
              <a:sym typeface="Google Sans"/>
            </a:endParaRPr>
          </a:p>
        </p:txBody>
      </p:sp>
      <p:sp>
        <p:nvSpPr>
          <p:cNvPr id="159" name="Google Shape;159;p8"/>
          <p:cNvSpPr txBox="1"/>
          <p:nvPr>
            <p:ph idx="3" type="body"/>
          </p:nvPr>
        </p:nvSpPr>
        <p:spPr>
          <a:xfrm>
            <a:off x="438151" y="3762950"/>
            <a:ext cx="3407700" cy="2370000"/>
          </a:xfrm>
          <a:prstGeom prst="rect">
            <a:avLst/>
          </a:prstGeom>
        </p:spPr>
        <p:txBody>
          <a:bodyPr anchorCtr="0" anchor="t" bIns="91425" lIns="57150"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Google Sans"/>
              <a:buChar char="●"/>
            </a:pPr>
            <a:r>
              <a:rPr lang="en" sz="1100">
                <a:solidFill>
                  <a:schemeClr val="dk1"/>
                </a:solidFill>
              </a:rPr>
              <a:t>Explored dataset to find any unusual values.</a:t>
            </a:r>
            <a:endParaRPr sz="1100">
              <a:solidFill>
                <a:schemeClr val="dk1"/>
              </a:solidFill>
            </a:endParaRPr>
          </a:p>
          <a:p>
            <a:pPr indent="-298450" lvl="0" marL="457200" rtl="0" algn="l">
              <a:lnSpc>
                <a:spcPct val="115000"/>
              </a:lnSpc>
              <a:spcBef>
                <a:spcPts val="1000"/>
              </a:spcBef>
              <a:spcAft>
                <a:spcPts val="0"/>
              </a:spcAft>
              <a:buClr>
                <a:schemeClr val="dk1"/>
              </a:buClr>
              <a:buSzPts val="1100"/>
              <a:buFont typeface="Google Sans"/>
              <a:buChar char="●"/>
            </a:pPr>
            <a:r>
              <a:rPr lang="en" sz="1100">
                <a:solidFill>
                  <a:schemeClr val="dk1"/>
                </a:solidFill>
              </a:rPr>
              <a:t>Considered which variables are most useful to build predictive models (in this case: total_amount and trip_distance).</a:t>
            </a:r>
            <a:endParaRPr sz="1100">
              <a:solidFill>
                <a:schemeClr val="dk1"/>
              </a:solidFill>
            </a:endParaRPr>
          </a:p>
          <a:p>
            <a:pPr indent="-298450" lvl="0" marL="457200" rtl="0" algn="l">
              <a:lnSpc>
                <a:spcPct val="115000"/>
              </a:lnSpc>
              <a:spcBef>
                <a:spcPts val="1000"/>
              </a:spcBef>
              <a:spcAft>
                <a:spcPts val="0"/>
              </a:spcAft>
              <a:buClr>
                <a:schemeClr val="dk1"/>
              </a:buClr>
              <a:buSzPts val="1100"/>
              <a:buFont typeface="Google Sans"/>
              <a:buChar char="●"/>
            </a:pPr>
            <a:r>
              <a:rPr lang="en" sz="1100">
                <a:solidFill>
                  <a:schemeClr val="dk1"/>
                </a:solidFill>
              </a:rPr>
              <a:t>Considered potential interactions between the two chosen variables.</a:t>
            </a:r>
            <a:endParaRPr sz="1100">
              <a:solidFill>
                <a:schemeClr val="dk1"/>
              </a:solidFill>
            </a:endParaRPr>
          </a:p>
          <a:p>
            <a:pPr indent="-298450" lvl="0" marL="457200" rtl="0" algn="l">
              <a:lnSpc>
                <a:spcPct val="115000"/>
              </a:lnSpc>
              <a:spcBef>
                <a:spcPts val="1000"/>
              </a:spcBef>
              <a:spcAft>
                <a:spcPts val="0"/>
              </a:spcAft>
              <a:buClr>
                <a:schemeClr val="dk1"/>
              </a:buClr>
              <a:buSzPts val="1100"/>
              <a:buFont typeface="Google Sans"/>
              <a:buChar char="●"/>
            </a:pPr>
            <a:r>
              <a:rPr lang="en" sz="1100">
                <a:solidFill>
                  <a:schemeClr val="dk1"/>
                </a:solidFill>
              </a:rPr>
              <a:t>Examined which components of the provided data will provide relevant insights.</a:t>
            </a:r>
            <a:endParaRPr sz="1100">
              <a:solidFill>
                <a:schemeClr val="dk1"/>
              </a:solidFill>
            </a:endParaRPr>
          </a:p>
          <a:p>
            <a:pPr indent="-298450" lvl="0" marL="457200" rtl="0" algn="l">
              <a:lnSpc>
                <a:spcPct val="115000"/>
              </a:lnSpc>
              <a:spcBef>
                <a:spcPts val="1000"/>
              </a:spcBef>
              <a:spcAft>
                <a:spcPts val="1000"/>
              </a:spcAft>
              <a:buClr>
                <a:schemeClr val="dk1"/>
              </a:buClr>
              <a:buSzPts val="1100"/>
              <a:buFont typeface="Google Sans"/>
              <a:buChar char="●"/>
            </a:pPr>
            <a:r>
              <a:rPr lang="en" sz="1100">
                <a:solidFill>
                  <a:schemeClr val="dk1"/>
                </a:solidFill>
              </a:rPr>
              <a:t>Built the groundwork for future exploratory data analysis, visualizations, and models.</a:t>
            </a:r>
            <a:endParaRPr sz="1100">
              <a:solidFill>
                <a:schemeClr val="dk1"/>
              </a:solidFill>
            </a:endParaRPr>
          </a:p>
        </p:txBody>
      </p:sp>
      <p:sp>
        <p:nvSpPr>
          <p:cNvPr id="160" name="Google Shape;160;p8"/>
          <p:cNvSpPr txBox="1"/>
          <p:nvPr>
            <p:ph idx="4" type="body"/>
          </p:nvPr>
        </p:nvSpPr>
        <p:spPr>
          <a:xfrm>
            <a:off x="438150" y="7279350"/>
            <a:ext cx="3407700" cy="2255400"/>
          </a:xfrm>
          <a:prstGeom prst="rect">
            <a:avLst/>
          </a:prstGeom>
        </p:spPr>
        <p:txBody>
          <a:bodyPr anchorCtr="0" anchor="t" bIns="91425" lIns="57150" spcFirstLastPara="1" rIns="91425" wrap="square" tIns="91425">
            <a:normAutofit lnSpcReduction="10000"/>
          </a:bodyPr>
          <a:lstStyle/>
          <a:p>
            <a:pPr indent="-298450" lvl="0" marL="457200" rtl="0" algn="l">
              <a:lnSpc>
                <a:spcPct val="135714"/>
              </a:lnSpc>
              <a:spcBef>
                <a:spcPts val="0"/>
              </a:spcBef>
              <a:spcAft>
                <a:spcPts val="0"/>
              </a:spcAft>
              <a:buClr>
                <a:schemeClr val="dk1"/>
              </a:buClr>
              <a:buSzPts val="1100"/>
              <a:buFont typeface="Google Sans"/>
              <a:buAutoNum type="arabicPeriod"/>
            </a:pPr>
            <a:r>
              <a:rPr lang="en" sz="1100">
                <a:solidFill>
                  <a:schemeClr val="dk1"/>
                </a:solidFill>
              </a:rPr>
              <a:t>Conduct a complete exploratory data analysis.</a:t>
            </a:r>
            <a:endParaRPr sz="1100">
              <a:solidFill>
                <a:schemeClr val="dk1"/>
              </a:solidFill>
            </a:endParaRPr>
          </a:p>
          <a:p>
            <a:pPr indent="-298450" lvl="0" marL="457200" rtl="0" algn="l">
              <a:lnSpc>
                <a:spcPct val="135714"/>
              </a:lnSpc>
              <a:spcBef>
                <a:spcPts val="0"/>
              </a:spcBef>
              <a:spcAft>
                <a:spcPts val="0"/>
              </a:spcAft>
              <a:buClr>
                <a:schemeClr val="dk1"/>
              </a:buClr>
              <a:buSzPts val="1100"/>
              <a:buFont typeface="Google Sans"/>
              <a:buAutoNum type="arabicPeriod"/>
            </a:pPr>
            <a:r>
              <a:rPr lang="en" sz="1100">
                <a:solidFill>
                  <a:schemeClr val="dk1"/>
                </a:solidFill>
              </a:rPr>
              <a:t>Perform any data cleaning and data analysis steps to understand unusual variables (e.g., outliers).</a:t>
            </a:r>
            <a:endParaRPr sz="1100">
              <a:solidFill>
                <a:schemeClr val="dk1"/>
              </a:solidFill>
            </a:endParaRPr>
          </a:p>
          <a:p>
            <a:pPr indent="-298450" lvl="0" marL="457200" rtl="0" algn="l">
              <a:lnSpc>
                <a:spcPct val="135714"/>
              </a:lnSpc>
              <a:spcBef>
                <a:spcPts val="0"/>
              </a:spcBef>
              <a:spcAft>
                <a:spcPts val="0"/>
              </a:spcAft>
              <a:buClr>
                <a:schemeClr val="dk1"/>
              </a:buClr>
              <a:buSzPts val="1100"/>
              <a:buFont typeface="Google Sans"/>
              <a:buAutoNum type="arabicPeriod"/>
            </a:pPr>
            <a:r>
              <a:rPr lang="en" sz="1100">
                <a:solidFill>
                  <a:schemeClr val="dk1"/>
                </a:solidFill>
              </a:rPr>
              <a:t>Use descriptive statistics to learn more about the data. </a:t>
            </a:r>
            <a:endParaRPr sz="1100">
              <a:solidFill>
                <a:schemeClr val="dk1"/>
              </a:solidFill>
            </a:endParaRPr>
          </a:p>
          <a:p>
            <a:pPr indent="-298450" lvl="0" marL="457200" rtl="0" algn="l">
              <a:lnSpc>
                <a:spcPct val="135714"/>
              </a:lnSpc>
              <a:spcBef>
                <a:spcPts val="0"/>
              </a:spcBef>
              <a:spcAft>
                <a:spcPts val="0"/>
              </a:spcAft>
              <a:buClr>
                <a:schemeClr val="dk1"/>
              </a:buClr>
              <a:buSzPts val="1100"/>
              <a:buFont typeface="Google Sans"/>
              <a:buAutoNum type="arabicPeriod"/>
            </a:pPr>
            <a:r>
              <a:rPr lang="en" sz="1100">
                <a:solidFill>
                  <a:schemeClr val="dk1"/>
                </a:solidFill>
              </a:rPr>
              <a:t>Create and run a regression model.</a:t>
            </a:r>
            <a:endParaRPr sz="1100">
              <a:solidFill>
                <a:schemeClr val="dk1"/>
              </a:solidFill>
            </a:endParaRPr>
          </a:p>
          <a:p>
            <a:pPr indent="0" lvl="0" marL="0" rtl="0" algn="l">
              <a:spcBef>
                <a:spcPts val="0"/>
              </a:spcBef>
              <a:spcAft>
                <a:spcPts val="1200"/>
              </a:spcAft>
              <a:buNone/>
            </a:pPr>
            <a:r>
              <a:t/>
            </a:r>
            <a:endParaRPr/>
          </a:p>
        </p:txBody>
      </p:sp>
      <p:grpSp>
        <p:nvGrpSpPr>
          <p:cNvPr id="161" name="Google Shape;161;p8"/>
          <p:cNvGrpSpPr/>
          <p:nvPr/>
        </p:nvGrpSpPr>
        <p:grpSpPr>
          <a:xfrm>
            <a:off x="4465575" y="5684588"/>
            <a:ext cx="1747851" cy="3604213"/>
            <a:chOff x="4465575" y="5684588"/>
            <a:chExt cx="1747851" cy="3604213"/>
          </a:xfrm>
        </p:grpSpPr>
        <p:pic>
          <p:nvPicPr>
            <p:cNvPr id="162" name="Google Shape;162;p8"/>
            <p:cNvPicPr preferRelativeResize="0"/>
            <p:nvPr/>
          </p:nvPicPr>
          <p:blipFill>
            <a:blip r:embed="rId3">
              <a:alphaModFix/>
            </a:blip>
            <a:stretch>
              <a:fillRect/>
            </a:stretch>
          </p:blipFill>
          <p:spPr>
            <a:xfrm>
              <a:off x="4465575" y="5695575"/>
              <a:ext cx="876200" cy="3593225"/>
            </a:xfrm>
            <a:prstGeom prst="rect">
              <a:avLst/>
            </a:prstGeom>
            <a:noFill/>
            <a:ln>
              <a:noFill/>
            </a:ln>
          </p:spPr>
        </p:pic>
        <p:pic>
          <p:nvPicPr>
            <p:cNvPr descr="The total_amount variable indicates the necessity of further analyzing outlier variables.&#10;" id="163" name="Google Shape;163;p8"/>
            <p:cNvPicPr preferRelativeResize="0"/>
            <p:nvPr/>
          </p:nvPicPr>
          <p:blipFill>
            <a:blip r:embed="rId4">
              <a:alphaModFix/>
            </a:blip>
            <a:stretch>
              <a:fillRect/>
            </a:stretch>
          </p:blipFill>
          <p:spPr>
            <a:xfrm>
              <a:off x="5476150" y="5684588"/>
              <a:ext cx="737276" cy="3593225"/>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