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Google Sans"/>
                <a:ea typeface="Google Sans"/>
                <a:cs typeface="Google Sans"/>
                <a:sym typeface="Google Sans"/>
              </a:rPr>
              <a:t>Executive summary templates</a:t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Use the Layout dropdown menu to select a template or build your own using these layouts as inspiration. 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